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92" r:id="rId2"/>
    <p:sldId id="510" r:id="rId3"/>
    <p:sldId id="484" r:id="rId4"/>
    <p:sldId id="496" r:id="rId5"/>
    <p:sldId id="511" r:id="rId6"/>
    <p:sldId id="512" r:id="rId7"/>
    <p:sldId id="513" r:id="rId8"/>
    <p:sldId id="515" r:id="rId9"/>
    <p:sldId id="516" r:id="rId10"/>
    <p:sldId id="514" r:id="rId11"/>
  </p:sldIdLst>
  <p:sldSz cx="9144000" cy="6858000" type="screen4x3"/>
  <p:notesSz cx="6858000" cy="9144000"/>
  <p:custDataLst>
    <p:tags r:id="rId1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474" autoAdjust="0"/>
  </p:normalViewPr>
  <p:slideViewPr>
    <p:cSldViewPr>
      <p:cViewPr varScale="1">
        <p:scale>
          <a:sx n="67" d="100"/>
          <a:sy n="67" d="100"/>
        </p:scale>
        <p:origin x="15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570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6" d="100"/>
          <a:sy n="36" d="100"/>
        </p:scale>
        <p:origin x="-28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A91112-178B-40F2-8077-00C4FF2366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A0CF9F2-A821-4C92-AB9B-03C637F0BC7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A5556E5-D67E-443B-8631-06A6301661D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IN"/>
              <a:t>"Effect of dynamic threshold &amp; noise uncertainty in energy detection spectrum sensing technique for cognitive radio systems"</a:t>
            </a: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5F53E8F-5C89-4758-B59B-EC093EE3F39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C24DAF-B31B-4A5E-8858-A6A2DD2E5C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7342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4ED2367-E068-474E-AEAC-A123BD80A2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B0C78A9-4078-49E4-9F55-BFCE9E7607F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B8123AC-CAF4-41C7-82F4-99189551E5F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97B554F-554C-47D5-967A-988A7F6D66D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5943600"/>
            <a:ext cx="5486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FEA0453-DFD6-4B88-84F7-58BB2B0E3E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IN"/>
              <a:t>"Effect of dynamic threshold &amp; noise uncertainty in energy detection spectrum sensing technique for cognitive radio systems"</a:t>
            </a: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6236B7C-2BD1-456F-9A76-3E5B62618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398FAAB-0791-4A06-8F2B-BA36DB2D07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67639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715E287-86DA-4A68-B65A-571276A98F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A358F-153C-452E-AE3E-695C847CD9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D76BA49-70B7-4381-AB7A-DA7F60F95E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C671E-3A22-452E-BAC1-72268EB3EE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81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FEE44D-B96D-440F-826D-5C754A40EF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9E94E-F177-450D-9762-9912A72B49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29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408FA92-255F-46C5-900A-C4E7DA720B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51CA8-25B4-402B-809F-FB84D63404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745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0142EC-FF86-44A7-9C81-9580A3ECA00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F9212-2A62-4C1B-B0A4-A97CC62C3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40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2BB9ADD-CB18-4639-8DBD-07E3D1AC36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0B9DA-FA5C-4A88-B07E-EC3C2A187E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94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4D20060-9BCF-4657-9083-334C163A29C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48A98-11FC-43A7-8A2E-83DA8CC864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25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2375F8-B344-42C1-B6F1-6660F82EA5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9788A-3C41-4103-A3E0-54C42EB49F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92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C0AE13-7613-4B75-ACAF-5512CD5AAA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992CF-F11B-4652-A402-617E1B1D07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82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BA8319D-EC5B-421D-B2DD-CC6F8DCD11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6A0B4-4240-4572-BA5A-013DCD5858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25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474AFE-D3EE-454E-AE47-B7D6D72300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3450E-B0A7-424A-9839-05AC188FC4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71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8">
            <a:extLst>
              <a:ext uri="{FF2B5EF4-FFF2-40B4-BE49-F238E27FC236}">
                <a16:creationId xmlns:a16="http://schemas.microsoft.com/office/drawing/2014/main" id="{342DC34A-7BE7-4021-A349-1CB9D13C8C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5"/>
          <a:stretch>
            <a:fillRect/>
          </a:stretch>
        </p:blipFill>
        <p:spPr bwMode="auto">
          <a:xfrm>
            <a:off x="3175" y="3175"/>
            <a:ext cx="913765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DD8F915B-AB2F-493B-8F7F-59B49D923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99263" y="64008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BCBC9A51-D8F1-4C56-86C3-E40B89EA29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0ED1B90D-DC16-4280-8141-985646F2E4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38400" y="6705600"/>
            <a:ext cx="6705600" cy="152400"/>
          </a:xfrm>
          <a:prstGeom prst="rect">
            <a:avLst/>
          </a:prstGeom>
          <a:solidFill>
            <a:srgbClr val="F1B43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e-iitr.vlabs.ac.in/List%20of%20experiments.html" TargetMode="External"/><Relationship Id="rId2" Type="http://schemas.openxmlformats.org/officeDocument/2006/relationships/hyperlink" Target="http://www.circuitverse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0"/>
            <a:ext cx="7772400" cy="1905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Electronics and Computer Organization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/>
              <a:t> </a:t>
            </a:r>
            <a:r>
              <a:rPr lang="en-IN" sz="2400" b="1" dirty="0"/>
              <a:t>Course Code: CSE207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24100"/>
            <a:ext cx="8229600" cy="5181600"/>
          </a:xfrm>
        </p:spPr>
        <p:txBody>
          <a:bodyPr/>
          <a:lstStyle/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39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256B-44DA-4AB3-B5F3-C840519D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5BD5-8128-44D5-8BD1-E6E60066D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and working of all Logic gates</a:t>
            </a:r>
          </a:p>
          <a:p>
            <a:r>
              <a:rPr lang="en-US" dirty="0">
                <a:hlinkClick r:id="rId2"/>
              </a:rPr>
              <a:t>www.circuitverse.org</a:t>
            </a:r>
            <a:r>
              <a:rPr lang="en-US" dirty="0"/>
              <a:t> (as a simulator)</a:t>
            </a:r>
          </a:p>
          <a:p>
            <a:r>
              <a:rPr lang="en-US" dirty="0"/>
              <a:t>Vlab.co.in (</a:t>
            </a:r>
            <a:r>
              <a:rPr lang="en-IN" dirty="0">
                <a:hlinkClick r:id="rId3"/>
              </a:rPr>
              <a:t>http://de-iitr.vlabs.ac.in/List%20of%20experiments.html</a:t>
            </a:r>
            <a:r>
              <a:rPr lang="en-IN" dirty="0"/>
              <a:t>) Virtual Lab tour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895B9-2D51-456B-9CC5-14F050D65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71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639762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and Truth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Morris Mano**         </a:t>
            </a:r>
            <a:fld id="{129C671E-3A22-452E-BAC1-72268EB3EEA1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gate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gate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  <a:p>
            <a:r>
              <a:rPr lang="en-IN" sz="2400" dirty="0"/>
              <a:t>NOT gate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66851"/>
            <a:ext cx="7400925" cy="1200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67060"/>
            <a:ext cx="7839075" cy="15525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5419720"/>
            <a:ext cx="7953375" cy="14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 gate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gate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62" y="1752600"/>
            <a:ext cx="5926137" cy="1609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167" y="4358640"/>
            <a:ext cx="5863433" cy="178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D197-615A-4302-AF39-7BCD823A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Vlab</a:t>
            </a:r>
            <a:r>
              <a:rPr lang="en-US" dirty="0"/>
              <a:t> Tour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D43B-9460-47FC-84FF-39B3ED3C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of gates using Simulator</a:t>
            </a:r>
          </a:p>
          <a:p>
            <a:r>
              <a:rPr lang="en-US" dirty="0"/>
              <a:t>Schematic diagram of each gate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B3734-DF16-40E4-A4A8-0AB0285B9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54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02453-8E9E-4F2B-8689-F75EAAF6D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Circuitverse.org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A8B2-353D-401F-BE0C-97E97ED45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 Simulator</a:t>
            </a:r>
          </a:p>
          <a:p>
            <a:r>
              <a:rPr lang="en-US" dirty="0"/>
              <a:t>Simulate all the logic gates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6776A-077A-4391-AEC6-55ABB28A6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584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4714-2D77-49E2-8264-20F75CB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D23F-43DF-490F-9F5B-BA05D225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Experiment No.:</a:t>
            </a:r>
          </a:p>
          <a:p>
            <a:r>
              <a:rPr lang="en-US" sz="2800" dirty="0"/>
              <a:t>Aim: Simulation of all Logic Gates</a:t>
            </a:r>
          </a:p>
          <a:p>
            <a:r>
              <a:rPr lang="en-US" sz="2800" dirty="0"/>
              <a:t>Platform/Tool used: Circuitverse.org simulator</a:t>
            </a:r>
          </a:p>
          <a:p>
            <a:r>
              <a:rPr lang="en-US" sz="2800" dirty="0"/>
              <a:t>Theory: include symbols and truth table of all gates; write IC number of each gate</a:t>
            </a:r>
          </a:p>
          <a:p>
            <a:r>
              <a:rPr lang="en-US" sz="2800" dirty="0"/>
              <a:t>Simulated Output: Simulated output snapshots on </a:t>
            </a:r>
            <a:r>
              <a:rPr lang="en-US" sz="2800" dirty="0" err="1"/>
              <a:t>circuitverse</a:t>
            </a:r>
            <a:endParaRPr lang="en-US" sz="2800" dirty="0"/>
          </a:p>
          <a:p>
            <a:r>
              <a:rPr lang="en-US" sz="2800" dirty="0"/>
              <a:t>Result: The logic and universal gates were verified</a:t>
            </a:r>
          </a:p>
          <a:p>
            <a:endParaRPr lang="en-US" sz="2800" dirty="0"/>
          </a:p>
          <a:p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4FACB-6221-4D30-BFBA-BC320C1A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46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249A-F5E1-4F9B-9B31-0A12D96A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0719-A386-4E96-A901-83DDC435C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using K-Map and simulate using circuitverse.org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following Boolean function in sum-of-products form by means of a four-variable map. Draw the logic diagram with (a) AND-OR gates; (b)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 gates.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F(A, B, C, D) = ∑ (</a:t>
            </a:r>
            <a:r>
              <a:rPr lang="en-IN" sz="2400" dirty="0"/>
              <a:t>0, 2, 8, 9, 10, 11, 14 , 15)</a:t>
            </a:r>
          </a:p>
          <a:p>
            <a:pPr marL="0" indent="0">
              <a:buNone/>
            </a:pPr>
            <a:r>
              <a:rPr lang="en-IN" sz="2400" dirty="0"/>
              <a:t>F= AB’+AC+B’D’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7DD55-D030-4C5B-93AE-6E5103E92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37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9177-B524-4C9D-AB02-F242667AC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71" y="920411"/>
            <a:ext cx="8229600" cy="114300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F(A, B, C, D) = ∑ (</a:t>
            </a:r>
            <a:r>
              <a:rPr lang="en-IN" sz="3200" dirty="0"/>
              <a:t>0, 2, 8, 9, 10, 11, 14 , 15)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DF1C0-5B4B-4435-B9B2-A680DBDE9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F94BB-222F-4461-A603-E279A56155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9C671E-3A22-452E-BAC1-72268EB3EE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40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2ED94-5F49-41C5-ACD6-004EAF14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0F762C-1E71-4315-93CC-F85A8E0A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44CCE78-F7EF-4BDC-918F-AE7B6FEB6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129C671E-3A22-452E-BAC1-72268EB3EEA1}" type="slidenum">
              <a:rPr lang="en-US" altLang="en-US" smtClean="0"/>
              <a:pPr>
                <a:spcAft>
                  <a:spcPts val="600"/>
                </a:spcAft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2496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4837a4b-c7ae-4331-b9bf-1ace51606fca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0D99A825725843974BA24E522B5185" ma:contentTypeVersion="5" ma:contentTypeDescription="Create a new document." ma:contentTypeScope="" ma:versionID="c8b94385218be4fb6d96040f4cd67208">
  <xsd:schema xmlns:xsd="http://www.w3.org/2001/XMLSchema" xmlns:xs="http://www.w3.org/2001/XMLSchema" xmlns:p="http://schemas.microsoft.com/office/2006/metadata/properties" xmlns:ns2="b3722079-bb2e-4b48-ba47-503f33483984" targetNamespace="http://schemas.microsoft.com/office/2006/metadata/properties" ma:root="true" ma:fieldsID="d7570dc86225ae6b0c1175f049e0210f" ns2:_="">
    <xsd:import namespace="b3722079-bb2e-4b48-ba47-503f33483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22079-bb2e-4b48-ba47-503f334839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FDB7BD-5AD4-4572-90A8-E7DAC8A52D25}"/>
</file>

<file path=customXml/itemProps2.xml><?xml version="1.0" encoding="utf-8"?>
<ds:datastoreItem xmlns:ds="http://schemas.openxmlformats.org/officeDocument/2006/customXml" ds:itemID="{9FCF01AD-2AD3-49A7-9318-4A59E83B146F}"/>
</file>

<file path=customXml/itemProps3.xml><?xml version="1.0" encoding="utf-8"?>
<ds:datastoreItem xmlns:ds="http://schemas.openxmlformats.org/officeDocument/2006/customXml" ds:itemID="{88E0D679-1289-44D7-9A67-809E430700EF}"/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231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Default Design</vt:lpstr>
      <vt:lpstr> Digital Electronics and Computer Organization Lab  Course Code: CSE207  </vt:lpstr>
      <vt:lpstr>Experiment 1</vt:lpstr>
      <vt:lpstr>Gates and Truth tables</vt:lpstr>
      <vt:lpstr>PowerPoint Presentation</vt:lpstr>
      <vt:lpstr>Vlab Tour</vt:lpstr>
      <vt:lpstr>Circuitverse.org</vt:lpstr>
      <vt:lpstr>Lab File</vt:lpstr>
      <vt:lpstr>Practice Problem</vt:lpstr>
      <vt:lpstr>F(A, B, C, D) = ∑ (0, 2, 8, 9, 10, 11, 14 , 15)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II</dc:title>
  <dc:creator>Garima Mahendru</dc:creator>
  <cp:lastModifiedBy>dell</cp:lastModifiedBy>
  <cp:revision>82</cp:revision>
  <dcterms:created xsi:type="dcterms:W3CDTF">2020-06-26T11:53:42Z</dcterms:created>
  <dcterms:modified xsi:type="dcterms:W3CDTF">2022-01-06T15:48:07Z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0x010100330D99A825725843974BA24E522B5185</vt:lpwstr>
  </property>
</Properties>
</file>